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13E-33E1-4518-9566-D50598226E4B}" type="datetimeFigureOut">
              <a:rPr lang="en-IL" smtClean="0"/>
              <a:t>30/11/2025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1BA5EC1C-4E08-4775-A2B3-6A693CC6E6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93845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13E-33E1-4518-9566-D50598226E4B}" type="datetimeFigureOut">
              <a:rPr lang="en-IL" smtClean="0"/>
              <a:t>30/11/2025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5EC1C-4E08-4775-A2B3-6A693CC6E6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21483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13E-33E1-4518-9566-D50598226E4B}" type="datetimeFigureOut">
              <a:rPr lang="en-IL" smtClean="0"/>
              <a:t>30/11/2025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1BA5EC1C-4E08-4775-A2B3-6A693CC6E6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55049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13E-33E1-4518-9566-D50598226E4B}" type="datetimeFigureOut">
              <a:rPr lang="en-IL" smtClean="0"/>
              <a:t>30/11/2025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5EC1C-4E08-4775-A2B3-6A693CC6E6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5812167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13E-33E1-4518-9566-D50598226E4B}" type="datetimeFigureOut">
              <a:rPr lang="en-IL" smtClean="0"/>
              <a:t>30/11/2025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5EC1C-4E08-4775-A2B3-6A693CC6E6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9273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13E-33E1-4518-9566-D50598226E4B}" type="datetimeFigureOut">
              <a:rPr lang="en-IL" smtClean="0"/>
              <a:t>30/11/2025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5EC1C-4E08-4775-A2B3-6A693CC6E6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85112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13E-33E1-4518-9566-D50598226E4B}" type="datetimeFigureOut">
              <a:rPr lang="en-IL" smtClean="0"/>
              <a:t>30/11/2025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5EC1C-4E08-4775-A2B3-6A693CC6E6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65770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13E-33E1-4518-9566-D50598226E4B}" type="datetimeFigureOut">
              <a:rPr lang="en-IL" smtClean="0"/>
              <a:t>30/11/2025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5EC1C-4E08-4775-A2B3-6A693CC6E6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06560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13E-33E1-4518-9566-D50598226E4B}" type="datetimeFigureOut">
              <a:rPr lang="en-IL" smtClean="0"/>
              <a:t>30/11/2025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5EC1C-4E08-4775-A2B3-6A693CC6E6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877659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13E-33E1-4518-9566-D50598226E4B}" type="datetimeFigureOut">
              <a:rPr lang="en-IL" smtClean="0"/>
              <a:t>30/11/2025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1BA5EC1C-4E08-4775-A2B3-6A693CC6E6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452907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13E-33E1-4518-9566-D50598226E4B}" type="datetimeFigureOut">
              <a:rPr lang="en-IL" smtClean="0"/>
              <a:t>30/11/2025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1BA5EC1C-4E08-4775-A2B3-6A693CC6E6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199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13E-33E1-4518-9566-D50598226E4B}" type="datetimeFigureOut">
              <a:rPr lang="en-IL" smtClean="0"/>
              <a:t>30/11/2025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1BA5EC1C-4E08-4775-A2B3-6A693CC6E631}" type="slidenum">
              <a:rPr lang="en-IL" smtClean="0"/>
              <a:t>‹#›</a:t>
            </a:fld>
            <a:endParaRPr lang="en-IL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48776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13E-33E1-4518-9566-D50598226E4B}" type="datetimeFigureOut">
              <a:rPr lang="en-IL" smtClean="0"/>
              <a:t>30/11/2025</a:t>
            </a:fld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1BA5EC1C-4E08-4775-A2B3-6A693CC6E6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269375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13E-33E1-4518-9566-D50598226E4B}" type="datetimeFigureOut">
              <a:rPr lang="en-IL" smtClean="0"/>
              <a:t>30/11/2025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5EC1C-4E08-4775-A2B3-6A693CC6E6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646580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13E-33E1-4518-9566-D50598226E4B}" type="datetimeFigureOut">
              <a:rPr lang="en-IL" smtClean="0"/>
              <a:t>30/11/2025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5EC1C-4E08-4775-A2B3-6A693CC6E6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754590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72B13E-33E1-4518-9566-D50598226E4B}" type="datetimeFigureOut">
              <a:rPr lang="en-IL" smtClean="0"/>
              <a:t>30/11/2025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5EC1C-4E08-4775-A2B3-6A693CC6E6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7694540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2D72B13E-33E1-4518-9566-D50598226E4B}" type="datetimeFigureOut">
              <a:rPr lang="en-IL" smtClean="0"/>
              <a:t>30/11/2025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1BA5EC1C-4E08-4775-A2B3-6A693CC6E6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71026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72B13E-33E1-4518-9566-D50598226E4B}" type="datetimeFigureOut">
              <a:rPr lang="en-IL" smtClean="0"/>
              <a:t>30/11/2025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5EC1C-4E08-4775-A2B3-6A693CC6E631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3289248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D2DD5-C8A1-7973-43D0-755351718B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Irit2Powerpoint Demo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42513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01658-7F2E-D254-AAEB-6097DD40B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Usage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A820B-40F4-962F-2277-504E4948FB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Click on the Irit to </a:t>
            </a:r>
            <a:r>
              <a:rPr lang="en-GB" dirty="0" err="1">
                <a:solidFill>
                  <a:schemeClr val="bg1"/>
                </a:solidFill>
              </a:rPr>
              <a:t>Powerpoint</a:t>
            </a:r>
            <a:r>
              <a:rPr lang="en-GB" dirty="0">
                <a:solidFill>
                  <a:schemeClr val="bg1"/>
                </a:solidFill>
              </a:rPr>
              <a:t> button and provide the command line arguments.</a:t>
            </a:r>
          </a:p>
          <a:p>
            <a:r>
              <a:rPr lang="en-GB" dirty="0">
                <a:solidFill>
                  <a:schemeClr val="bg1"/>
                </a:solidFill>
              </a:rPr>
              <a:t>All files supported by the </a:t>
            </a:r>
            <a:r>
              <a:rPr lang="en-GB" dirty="0" err="1">
                <a:solidFill>
                  <a:schemeClr val="bg1"/>
                </a:solidFill>
              </a:rPr>
              <a:t>irit</a:t>
            </a:r>
            <a:r>
              <a:rPr lang="en-GB" dirty="0">
                <a:solidFill>
                  <a:schemeClr val="bg1"/>
                </a:solidFill>
              </a:rPr>
              <a:t> file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parser are also supported by I2P</a:t>
            </a:r>
            <a:br>
              <a:rPr lang="en-GB" dirty="0">
                <a:solidFill>
                  <a:schemeClr val="bg1"/>
                </a:solidFill>
              </a:rPr>
            </a:br>
            <a:r>
              <a:rPr lang="en-GB" dirty="0">
                <a:solidFill>
                  <a:schemeClr val="bg1"/>
                </a:solidFill>
              </a:rPr>
              <a:t>this includes: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ITD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OBJ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STL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And many others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1AAF1B-7CD7-8315-17A5-80791435E4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8376" y="2738642"/>
            <a:ext cx="863644" cy="901746"/>
          </a:xfrm>
          <a:prstGeom prst="rect">
            <a:avLst/>
          </a:prstGeom>
        </p:spPr>
      </p:pic>
      <p:sp>
        <p:nvSpPr>
          <p:cNvPr id="6" name="__IRIT2POWERPOINT_CONTAINER__">
            <a:extLst>
              <a:ext uri="{FF2B5EF4-FFF2-40B4-BE49-F238E27FC236}">
                <a16:creationId xmlns:a16="http://schemas.microsoft.com/office/drawing/2014/main" id="{10855F13-43CC-35DB-4BC1-B7474AFBDB3E}"/>
              </a:ext>
            </a:extLst>
          </p:cNvPr>
          <p:cNvSpPr/>
          <p:nvPr/>
        </p:nvSpPr>
        <p:spPr>
          <a:xfrm>
            <a:off x="5778376" y="2891041"/>
            <a:ext cx="5080000" cy="3810000"/>
          </a:xfrm>
          <a:prstGeom prst="roundRect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3350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0AE7F-F95F-664C-2DCA-CCFA2FFD9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Features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CD76A-2E02-9458-611F-F9DE8DECF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Real time rendering of 3D models within presentation using OpenGL.</a:t>
            </a:r>
          </a:p>
          <a:p>
            <a:r>
              <a:rPr lang="en-GB" dirty="0">
                <a:solidFill>
                  <a:schemeClr val="bg1"/>
                </a:solidFill>
              </a:rPr>
              <a:t>Support for all Irit primitives for rendering.</a:t>
            </a:r>
          </a:p>
          <a:p>
            <a:r>
              <a:rPr lang="en-GB" dirty="0">
                <a:solidFill>
                  <a:schemeClr val="bg1"/>
                </a:solidFill>
              </a:rPr>
              <a:t>Slide aware compositing and anti-aliasing.</a:t>
            </a:r>
          </a:p>
          <a:p>
            <a:r>
              <a:rPr lang="en-GB" dirty="0">
                <a:solidFill>
                  <a:schemeClr val="bg1"/>
                </a:solidFill>
              </a:rPr>
              <a:t>Scenes are fully described by ITD files, further command line arguments can be provided (See the docs directory)</a:t>
            </a:r>
          </a:p>
          <a:p>
            <a:r>
              <a:rPr lang="en-GB" dirty="0">
                <a:solidFill>
                  <a:schemeClr val="bg1"/>
                </a:solidFill>
              </a:rPr>
              <a:t>Multi-threaded resource manager for loading and parsing the provided files</a:t>
            </a:r>
          </a:p>
        </p:txBody>
      </p:sp>
      <p:sp>
        <p:nvSpPr>
          <p:cNvPr id="4" name="__IRIT2POWERPOINT_CONTAINER__">
            <a:extLst>
              <a:ext uri="{FF2B5EF4-FFF2-40B4-BE49-F238E27FC236}">
                <a16:creationId xmlns:a16="http://schemas.microsoft.com/office/drawing/2014/main" id="{00D67623-D1C2-B0FC-D0E6-058D1C68847A}"/>
              </a:ext>
            </a:extLst>
          </p:cNvPr>
          <p:cNvSpPr/>
          <p:nvPr/>
        </p:nvSpPr>
        <p:spPr>
          <a:xfrm>
            <a:off x="5921828" y="2336873"/>
            <a:ext cx="5080000" cy="3810000"/>
          </a:xfrm>
          <a:prstGeom prst="roundRect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1728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5B8DE-C1DF-E5D4-2A30-A6646AFE7D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Constraints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7DE41-F992-95D3-1983-6550D2858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Only one I2P window per slide</a:t>
            </a:r>
          </a:p>
          <a:p>
            <a:r>
              <a:rPr lang="en-GB" dirty="0">
                <a:solidFill>
                  <a:schemeClr val="bg1"/>
                </a:solidFill>
              </a:rPr>
              <a:t>The 3D files live separately from the presentation file</a:t>
            </a:r>
          </a:p>
          <a:p>
            <a:r>
              <a:rPr lang="en-GB" dirty="0">
                <a:solidFill>
                  <a:schemeClr val="bg1"/>
                </a:solidFill>
              </a:rPr>
              <a:t>Only one ITD file can be provided per slide</a:t>
            </a:r>
          </a:p>
          <a:p>
            <a:r>
              <a:rPr lang="en-GB" dirty="0">
                <a:solidFill>
                  <a:schemeClr val="bg1"/>
                </a:solidFill>
              </a:rPr>
              <a:t>No support for textures and UV mapping</a:t>
            </a:r>
          </a:p>
          <a:p>
            <a:pPr marL="0" indent="0">
              <a:buNone/>
            </a:pPr>
            <a:endParaRPr lang="en-GB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IL" dirty="0">
              <a:solidFill>
                <a:schemeClr val="bg1"/>
              </a:solidFill>
            </a:endParaRPr>
          </a:p>
        </p:txBody>
      </p:sp>
      <p:sp>
        <p:nvSpPr>
          <p:cNvPr id="4" name="__IRIT2POWERPOINT_CONTAINER__">
            <a:extLst>
              <a:ext uri="{FF2B5EF4-FFF2-40B4-BE49-F238E27FC236}">
                <a16:creationId xmlns:a16="http://schemas.microsoft.com/office/drawing/2014/main" id="{EF6859DD-05CC-D913-9DFF-01EB0C99970C}"/>
              </a:ext>
            </a:extLst>
          </p:cNvPr>
          <p:cNvSpPr/>
          <p:nvPr/>
        </p:nvSpPr>
        <p:spPr>
          <a:xfrm>
            <a:off x="0" y="1"/>
            <a:ext cx="12192000" cy="6858000"/>
          </a:xfrm>
          <a:prstGeom prst="roundRect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167841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51C9C-DF22-F6D9-6450-36EDEC917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Thank you!</a:t>
            </a:r>
            <a:endParaRPr lang="en-IL" dirty="0"/>
          </a:p>
        </p:txBody>
      </p:sp>
      <p:sp>
        <p:nvSpPr>
          <p:cNvPr id="4" name="__IRIT2POWERPOINT_CONTAINER__">
            <a:extLst>
              <a:ext uri="{FF2B5EF4-FFF2-40B4-BE49-F238E27FC236}">
                <a16:creationId xmlns:a16="http://schemas.microsoft.com/office/drawing/2014/main" id="{B578C64C-4558-DBAF-89C8-79A91171E6BB}"/>
              </a:ext>
            </a:extLst>
          </p:cNvPr>
          <p:cNvSpPr/>
          <p:nvPr/>
        </p:nvSpPr>
        <p:spPr>
          <a:xfrm>
            <a:off x="154038" y="181538"/>
            <a:ext cx="9127614" cy="6002952"/>
          </a:xfrm>
          <a:prstGeom prst="roundRect">
            <a:avLst/>
          </a:prstGeom>
          <a:noFill/>
          <a:ln w="12700" cap="flat" cmpd="sng" algn="ctr">
            <a:solidFill>
              <a:srgbClr val="000000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374678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2P_DUMMY_" val="true"/>
  <p:tag name="_I2P_PATH_" val=".\ir_tpot1.itd"/>
  <p:tag name="_I2P_IMPORT_SETTINGS_" val="-W 0 .\ir_tpot1.it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2P_DUMMY_" val="true"/>
  <p:tag name="_I2P_PATH_" val=".\f16.itd"/>
  <p:tag name="_I2P_IMPORT_SETTINGS_" val="-Z -10 10 -S 3,2,-5,0.1,1,1 &quot;.\f16.itd&quot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2P_DUMMY_" val="true"/>
  <p:tag name="_I2P_PATH_" val=".\fltrtest.itd"/>
  <p:tag name="_I2P_IMPORT_SETTINGS_" val="-Z -10 10 &quot;.\fltrtest.itd&quot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I2P_DUMMY_" val="true"/>
  <p:tag name="_I2P_PATH_" val=".\duck3.itd"/>
  <p:tag name="_I2P_IMPORT_SETTINGS_" val="-j 0.01 -S 2,3,-5,0.2,1,1 &quot;.\duck3.itd&quot;"/>
</p:tagLst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1F8094"/>
      </a:dk2>
      <a:lt2>
        <a:srgbClr val="E7E6E6"/>
      </a:lt2>
      <a:accent1>
        <a:srgbClr val="39CDE7"/>
      </a:accent1>
      <a:accent2>
        <a:srgbClr val="60DE72"/>
      </a:accent2>
      <a:accent3>
        <a:srgbClr val="DDCC64"/>
      </a:accent3>
      <a:accent4>
        <a:srgbClr val="F49D50"/>
      </a:accent4>
      <a:accent5>
        <a:srgbClr val="E44951"/>
      </a:accent5>
      <a:accent6>
        <a:srgbClr val="D666F9"/>
      </a:accent6>
      <a:hlink>
        <a:srgbClr val="4BF7ED"/>
      </a:hlink>
      <a:folHlink>
        <a:srgbClr val="95E9F4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92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118000"/>
                <a:satMod val="12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7DC10E3-4FF5-456B-A359-A0F378C1E5F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</TotalTime>
  <Words>133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Trebuchet MS</vt:lpstr>
      <vt:lpstr>Berlin</vt:lpstr>
      <vt:lpstr>Irit2Powerpoint Demo</vt:lpstr>
      <vt:lpstr>Usage</vt:lpstr>
      <vt:lpstr>Features</vt:lpstr>
      <vt:lpstr>Constraints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Abdallah Naran</dc:creator>
  <cp:lastModifiedBy>Abdallah Naran</cp:lastModifiedBy>
  <cp:revision>23</cp:revision>
  <dcterms:created xsi:type="dcterms:W3CDTF">2025-09-12T17:31:36Z</dcterms:created>
  <dcterms:modified xsi:type="dcterms:W3CDTF">2025-11-30T19:32:13Z</dcterms:modified>
</cp:coreProperties>
</file>